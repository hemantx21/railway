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39D3DB-93D8-4B2E-8497-E2C0D77BE414}" v="1" dt="2025-01-29T10:06:11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9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17b7b266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17b7b266bd_0_0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g317b7b266bd_0_0:notes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00" cy="512700"/>
          </a:xfrm>
          <a:prstGeom prst="rect">
            <a:avLst/>
          </a:prstGeom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4e230150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4e230150e_0_14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14e230150e_0_14:notes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00" cy="512700"/>
          </a:xfrm>
          <a:prstGeom prst="rect">
            <a:avLst/>
          </a:prstGeom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4e23015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4e230150e_0_0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14e230150e_0_0:notes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00" cy="512700"/>
          </a:xfrm>
          <a:prstGeom prst="rect">
            <a:avLst/>
          </a:prstGeom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tructures-c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v-hemanth/RailwayReservationSystem2" TargetMode="External"/><Relationship Id="rId4" Type="http://schemas.openxmlformats.org/officeDocument/2006/relationships/hyperlink" Target="https://en.cppreference.com/w/c/numeric/random/rand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/>
        </p:nvSpPr>
        <p:spPr>
          <a:xfrm>
            <a:off x="944382" y="4880695"/>
            <a:ext cx="442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1.Hemant Singh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2.Atul Singh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3.Rupesh Kumar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6626425" y="4880700"/>
            <a:ext cx="5494200" cy="19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Shashank kr. Srivastav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Buddha Institute of Technology,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Gorakhpur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1993692" y="494674"/>
            <a:ext cx="7914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Mini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32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Railway Reservation System”</a:t>
            </a:r>
            <a:endParaRPr sz="32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681882" y="3026527"/>
            <a:ext cx="93690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2400" b="1" i="0" u="none" strike="noStrike" cap="none"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(Accredited by NBA 2024-2027)</a:t>
            </a:r>
            <a:br>
              <a:rPr lang="en-US" sz="24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Buddha Institute of Technology, GIDA, Gorakhpur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(3</a:t>
            </a:r>
            <a:r>
              <a:rPr lang="en-US" sz="2000" b="1" i="0" u="none" strike="noStrike" cap="none" baseline="30000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0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sem), Session: 2024-25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 i="0" u="none" strike="noStrike" cap="none"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" name="Google Shape;30;p3" descr="C:\Users\FACULTY\Desktop\bit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3124" y="1875017"/>
            <a:ext cx="1151510" cy="115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 descr="C:\Users\FACULTY\Desktop\aktu 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5809" y="618579"/>
            <a:ext cx="1256441" cy="1256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/>
        </p:nvSpPr>
        <p:spPr>
          <a:xfrm>
            <a:off x="1768839" y="749508"/>
            <a:ext cx="623590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600" b="1" i="0" u="none" strike="noStrike" cap="none"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768839" y="1786570"/>
            <a:ext cx="9054542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Railway Reservation System is a software application developed to streamline the ticket booking and cancellation process for railway passengers.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automates tasks such as booking tickets, managing reservation history, and handling cancellations.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is designed to be user-friendly and ensures a smooth interface for users to perform basic reservation operations.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using C programming language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basic concepts such as input/output operations,functions,arrays,structures,and file handling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/>
        </p:nvSpPr>
        <p:spPr>
          <a:xfrm>
            <a:off x="1768839" y="749508"/>
            <a:ext cx="623590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600" b="1" i="0" u="none" strike="noStrike" cap="none"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888761" y="1648918"/>
            <a:ext cx="8604354" cy="410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Booking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Users can enter personal and travel details to book train tickets.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Confirmation: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stores and confirms booking details for the user.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Cancellation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Allows users to cancel existing reservations by providing necessary information.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Current Bookings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Displays current booking status, including user and ticket details.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History: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view their previous reservations for better management.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Management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Implement file handling to store and retrieve booking information persistently, even after the system is closed.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1605424" y="767825"/>
            <a:ext cx="10121100" cy="5898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SPECIFICATION:</a:t>
            </a:r>
            <a:endParaRPr sz="3600" b="1" dirty="0"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800" b="1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00FF"/>
                </a:solidFill>
              </a:rPr>
              <a:t>Minimum Hardware Requirement specification</a:t>
            </a:r>
            <a:r>
              <a:rPr lang="en-US" sz="1800" dirty="0"/>
              <a:t>: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/>
              <a:t>Processor: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00FF"/>
                </a:solidFill>
              </a:rPr>
              <a:t>Intel Core i3 </a:t>
            </a:r>
            <a:endParaRPr sz="1800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/>
              <a:t>Ram:</a:t>
            </a:r>
            <a:r>
              <a:rPr lang="en-US" sz="1800" dirty="0">
                <a:solidFill>
                  <a:srgbClr val="0000FF"/>
                </a:solidFill>
              </a:rPr>
              <a:t>4GB(minimum)</a:t>
            </a:r>
            <a:r>
              <a:rPr lang="en-US" sz="1800" dirty="0"/>
              <a:t> 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/>
              <a:t>Storage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0000FF"/>
                </a:solidFill>
              </a:rPr>
              <a:t>512GB SSD OR HDD</a:t>
            </a:r>
            <a:endParaRPr sz="1800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4A86E8"/>
                </a:solidFill>
              </a:rPr>
              <a:t>Minimum Software Requirement Specification:</a:t>
            </a:r>
            <a:endParaRPr sz="1800" b="1" dirty="0">
              <a:solidFill>
                <a:srgbClr val="4A86E8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/>
              <a:t>Operating System: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00FF"/>
                </a:solidFill>
              </a:rPr>
              <a:t>Windows 10 </a:t>
            </a:r>
            <a:endParaRPr sz="1800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/>
              <a:t>Dev-C++ 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0000FF"/>
                </a:solidFill>
              </a:rPr>
              <a:t>Compile and run the program</a:t>
            </a:r>
            <a:endParaRPr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5178599" y="2741840"/>
            <a:ext cx="132600" cy="791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4170649" y="1437750"/>
            <a:ext cx="2061000" cy="12729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Display Main menu        | 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1. Admin</a:t>
            </a:r>
            <a:endParaRPr lang="en-IN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Calibri"/>
                <a:ea typeface="Calibri"/>
                <a:cs typeface="Calibri"/>
                <a:sym typeface="Calibri"/>
              </a:rPr>
              <a:t>2. User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3. Exit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504708" y="3564153"/>
            <a:ext cx="8309700" cy="1236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1592575" y="3638375"/>
            <a:ext cx="139500" cy="890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 flipH="1">
            <a:off x="4269116" y="3718998"/>
            <a:ext cx="77100" cy="791100"/>
          </a:xfrm>
          <a:prstGeom prst="downArrow">
            <a:avLst>
              <a:gd name="adj1" fmla="val 100000"/>
              <a:gd name="adj2" fmla="val 50000"/>
            </a:avLst>
          </a:prstGeom>
          <a:solidFill>
            <a:srgbClr val="A4C2F4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9698276" y="3687887"/>
            <a:ext cx="132600" cy="791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4C2F4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7193855" y="3718998"/>
            <a:ext cx="132600" cy="791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575875" y="4587567"/>
            <a:ext cx="2172900" cy="4344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Switch Case Condition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3221323" y="4509934"/>
            <a:ext cx="2172900" cy="4344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8587027" y="4479112"/>
            <a:ext cx="2172900" cy="4344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085833" y="4510201"/>
            <a:ext cx="2172900" cy="4344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File Handling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241426" y="5006825"/>
            <a:ext cx="132600" cy="791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9607176" y="4913511"/>
            <a:ext cx="132600" cy="791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2839800" y="5657805"/>
            <a:ext cx="2935800" cy="8685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Passenger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Ticket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8496025" y="5500600"/>
            <a:ext cx="2537100" cy="12729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Cancel()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Add admin ()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Fair()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Passenger ()</a:t>
            </a:r>
          </a:p>
        </p:txBody>
      </p:sp>
      <p:sp>
        <p:nvSpPr>
          <p:cNvPr id="70" name="Google Shape;70;p7"/>
          <p:cNvSpPr txBox="1"/>
          <p:nvPr/>
        </p:nvSpPr>
        <p:spPr>
          <a:xfrm>
            <a:off x="1826700" y="732051"/>
            <a:ext cx="819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600" b="1" i="0" u="none" strike="noStrike" cap="none"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/>
        </p:nvSpPr>
        <p:spPr>
          <a:xfrm>
            <a:off x="1971875" y="460025"/>
            <a:ext cx="9021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BED8AD-CD9B-F1B2-D18D-347796629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52" y="1578833"/>
            <a:ext cx="6897999" cy="48907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/>
        </p:nvSpPr>
        <p:spPr>
          <a:xfrm>
            <a:off x="1768838" y="749508"/>
            <a:ext cx="86643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1603625" y="1579700"/>
            <a:ext cx="10018200" cy="4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System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fully functional railway reservation system that allows users to book, cancel, and view tickets.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Efficiency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and reliable handling of user requests without delays..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Confirmation</a:t>
            </a:r>
            <a:r>
              <a:rPr lang="en-US" sz="2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 receives a detailed bill, including their travel class, total fare, seat allocation, and other details.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Cancellation Success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:Tickets are successfully canceled by seat number and the booking is removed from the system.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History Display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:Users can review past bookings with a clear list of passengers and their travel details.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Persistence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:Booking data is stored in a file, allowing the system to maintain consistency across multiple uses.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User-Friendly Experience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:The interface is simple and easy to use, ensuring that even users with minimal technical knowledge can operate 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/>
        </p:nvSpPr>
        <p:spPr>
          <a:xfrm>
            <a:off x="1768838" y="749508"/>
            <a:ext cx="86643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600" b="1" i="0" u="none" strike="noStrike" cap="none"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DC4833-2AFB-0006-F223-DC6644DC47C3}"/>
              </a:ext>
            </a:extLst>
          </p:cNvPr>
          <p:cNvSpPr txBox="1"/>
          <p:nvPr/>
        </p:nvSpPr>
        <p:spPr>
          <a:xfrm>
            <a:off x="1671483" y="169500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</a:t>
            </a:r>
            <a:r>
              <a:rPr lang="en-US" b="1" dirty="0"/>
              <a:t>C Programming Language</a:t>
            </a:r>
            <a:r>
              <a:rPr lang="en-US" dirty="0"/>
              <a:t>:</a:t>
            </a:r>
          </a:p>
          <a:p>
            <a:r>
              <a:rPr lang="en-US" dirty="0"/>
              <a:t> "Let Us C" book on C programming written by </a:t>
            </a:r>
            <a:r>
              <a:rPr lang="en-US" dirty="0" err="1"/>
              <a:t>Yashavant</a:t>
            </a:r>
            <a:r>
              <a:rPr lang="en-US" dirty="0"/>
              <a:t> </a:t>
            </a:r>
            <a:r>
              <a:rPr lang="en-US" dirty="0" err="1"/>
              <a:t>Kanetkar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3D9C8-010E-1313-9BFA-CEC63A4B50D0}"/>
              </a:ext>
            </a:extLst>
          </p:cNvPr>
          <p:cNvSpPr txBox="1"/>
          <p:nvPr/>
        </p:nvSpPr>
        <p:spPr>
          <a:xfrm>
            <a:off x="1671483" y="2218229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  </a:t>
            </a:r>
            <a:r>
              <a:rPr lang="en-IN" b="1" dirty="0"/>
              <a:t>Structures:</a:t>
            </a:r>
          </a:p>
          <a:p>
            <a:r>
              <a:rPr lang="en-IN" dirty="0"/>
              <a:t> • </a:t>
            </a:r>
            <a:r>
              <a:rPr lang="en-IN" dirty="0" err="1"/>
              <a:t>GeeksforGeeks</a:t>
            </a:r>
            <a:r>
              <a:rPr lang="en-IN" dirty="0"/>
              <a:t>. (2023). Structures in C. Retrieved from </a:t>
            </a:r>
            <a:r>
              <a:rPr lang="en-IN" dirty="0">
                <a:hlinkClick r:id="rId3"/>
              </a:rPr>
              <a:t>C Structures - </a:t>
            </a:r>
            <a:r>
              <a:rPr lang="en-IN" dirty="0" err="1">
                <a:hlinkClick r:id="rId3"/>
              </a:rPr>
              <a:t>GeeksforGeeks</a:t>
            </a:r>
            <a:endParaRPr lang="en-IN" dirty="0"/>
          </a:p>
          <a:p>
            <a:endParaRPr lang="en-IN" dirty="0"/>
          </a:p>
          <a:p>
            <a:r>
              <a:rPr lang="en-IN" dirty="0"/>
              <a:t>3. </a:t>
            </a:r>
            <a:r>
              <a:rPr lang="en-IN" b="1" dirty="0"/>
              <a:t>Random Number Generation</a:t>
            </a:r>
          </a:p>
          <a:p>
            <a:r>
              <a:rPr lang="en-IN" dirty="0"/>
              <a:t> • cppreference.com. (2023). rand() and </a:t>
            </a:r>
            <a:r>
              <a:rPr lang="en-IN" dirty="0" err="1"/>
              <a:t>srand</a:t>
            </a:r>
            <a:r>
              <a:rPr lang="en-IN" dirty="0"/>
              <a:t>(). Retrieved from </a:t>
            </a:r>
          </a:p>
          <a:p>
            <a:r>
              <a:rPr lang="en-IN" dirty="0">
                <a:hlinkClick r:id="rId4"/>
              </a:rPr>
              <a:t>rand - cppreference.com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4. Platform-Specific Functions </a:t>
            </a:r>
          </a:p>
          <a:p>
            <a:r>
              <a:rPr lang="en-IN" dirty="0"/>
              <a:t>• Microsoft Docs. (2023). </a:t>
            </a:r>
            <a:r>
              <a:rPr lang="en-IN" dirty="0" err="1"/>
              <a:t>conio.h</a:t>
            </a:r>
            <a:r>
              <a:rPr lang="en-IN" dirty="0"/>
              <a:t> Functions. Retrieved from  https://learn.microsoft.com/en-us/cpp/c-runtime-library/console-and-port-i- </a:t>
            </a:r>
            <a:r>
              <a:rPr lang="en-IN" dirty="0" err="1"/>
              <a:t>o?view</a:t>
            </a:r>
            <a:r>
              <a:rPr lang="en-IN" dirty="0"/>
              <a:t>=msvc-170</a:t>
            </a:r>
          </a:p>
          <a:p>
            <a:endParaRPr lang="en-IN" b="1" dirty="0"/>
          </a:p>
          <a:p>
            <a:r>
              <a:rPr lang="en-IN" b="1" dirty="0"/>
              <a:t> 5. Projects and Repositories </a:t>
            </a:r>
          </a:p>
          <a:p>
            <a:r>
              <a:rPr lang="en-IN" dirty="0">
                <a:hlinkClick r:id="rId5"/>
              </a:rPr>
              <a:t>https://github.com/v-hemanth/RailwayReservationSystem2</a:t>
            </a:r>
            <a:r>
              <a:rPr lang="en-IN" dirty="0"/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/>
        </p:nvSpPr>
        <p:spPr>
          <a:xfrm>
            <a:off x="3126296" y="3019998"/>
            <a:ext cx="6753590" cy="13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en-US" sz="86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86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Atul Singh</dc:creator>
  <cp:lastModifiedBy>Atul Singh</cp:lastModifiedBy>
  <cp:revision>1</cp:revision>
  <dcterms:modified xsi:type="dcterms:W3CDTF">2025-01-29T10:12:36Z</dcterms:modified>
</cp:coreProperties>
</file>